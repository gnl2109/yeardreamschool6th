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ed5e9951674436" /><Relationship Type="http://schemas.openxmlformats.org/officeDocument/2006/relationships/extended-properties" Target="/docProps/app.xml" Id="Rc7723241879841cc" /><Relationship Type="http://schemas.openxmlformats.org/officeDocument/2006/relationships/officeDocument" Target="/ppt/presentation.xml" Id="R2434183d6a384e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a60211a4a40ff"/>
  </p:sldMasterIdLst>
  <p:notesMasterIdLst>
    <p:notesMasterId xmlns:r="http://schemas.openxmlformats.org/officeDocument/2006/relationships" r:id="R731c4fde64bd4c5b"/>
  </p:notesMasterIdLst>
  <p:sldIdLst>
    <p:sldId xmlns:r="http://schemas.openxmlformats.org/officeDocument/2006/relationships" id="256" r:id="R7e2a8d76f99a4f27"/>
    <p:sldId xmlns:r="http://schemas.openxmlformats.org/officeDocument/2006/relationships" id="257" r:id="R46fb51efe3814671"/>
    <p:sldId xmlns:r="http://schemas.openxmlformats.org/officeDocument/2006/relationships" id="258" r:id="R6781c94368e64b84"/>
    <p:sldId xmlns:r="http://schemas.openxmlformats.org/officeDocument/2006/relationships" id="259" r:id="R3e94247ad0584407"/>
    <p:sldId xmlns:r="http://schemas.openxmlformats.org/officeDocument/2006/relationships" id="260" r:id="R85868201251a4873"/>
    <p:sldId xmlns:r="http://schemas.openxmlformats.org/officeDocument/2006/relationships" id="261" r:id="R4a2f6feee4af44ef"/>
    <p:sldId xmlns:r="http://schemas.openxmlformats.org/officeDocument/2006/relationships" id="262" r:id="R9eba18a956e64574"/>
    <p:sldId xmlns:r="http://schemas.openxmlformats.org/officeDocument/2006/relationships" id="263" r:id="R608321e5b5824328"/>
    <p:sldId xmlns:r="http://schemas.openxmlformats.org/officeDocument/2006/relationships" id="264" r:id="R98375aab4c3a45bf"/>
    <p:sldId xmlns:r="http://schemas.openxmlformats.org/officeDocument/2006/relationships" id="265" r:id="Ra03270902837414f"/>
    <p:sldId xmlns:r="http://schemas.openxmlformats.org/officeDocument/2006/relationships" id="266" r:id="R43d743db90ca42cf"/>
    <p:sldId xmlns:r="http://schemas.openxmlformats.org/officeDocument/2006/relationships" id="267" r:id="R80fdf7af55aa4cdf"/>
    <p:sldId xmlns:r="http://schemas.openxmlformats.org/officeDocument/2006/relationships" id="268" r:id="Ra57e726ac01948f9"/>
    <p:sldId xmlns:r="http://schemas.openxmlformats.org/officeDocument/2006/relationships" id="269" r:id="R36678e3410e3446c"/>
    <p:sldId xmlns:r="http://schemas.openxmlformats.org/officeDocument/2006/relationships" id="270" r:id="Rc8610e7648b34504"/>
    <p:sldId xmlns:r="http://schemas.openxmlformats.org/officeDocument/2006/relationships" id="271" r:id="R596ff13283bf487e"/>
    <p:sldId xmlns:r="http://schemas.openxmlformats.org/officeDocument/2006/relationships" id="272" r:id="R109cda1d7794411e"/>
    <p:sldId xmlns:r="http://schemas.openxmlformats.org/officeDocument/2006/relationships" id="273" r:id="Rf69a0c6838ac4078"/>
    <p:sldId xmlns:r="http://schemas.openxmlformats.org/officeDocument/2006/relationships" id="274" r:id="Rb83ab2c746634837"/>
    <p:sldId xmlns:r="http://schemas.openxmlformats.org/officeDocument/2006/relationships" id="275" r:id="R35c3670803e74f7a"/>
  </p:sldIdLst>
  <p:sldSz cx="13468350" cy="9525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daf9cdd804ea1" /><Relationship Type="http://schemas.openxmlformats.org/officeDocument/2006/relationships/slideMaster" Target="/ppt/slideMasters/slideMaster1.xml" Id="R014a60211a4a40ff" /><Relationship Type="http://schemas.openxmlformats.org/officeDocument/2006/relationships/notesMaster" Target="/ppt/notesMasters/notesMaster1.xml" Id="R731c4fde64bd4c5b" /><Relationship Type="http://schemas.openxmlformats.org/officeDocument/2006/relationships/presProps" Target="/ppt/presProps.xml" Id="R987200c30cdb4f2a" /><Relationship Type="http://schemas.openxmlformats.org/officeDocument/2006/relationships/tableStyles" Target="/ppt/tableStyles.xml" Id="R3a81908b42514db3" /><Relationship Type="http://schemas.openxmlformats.org/officeDocument/2006/relationships/slide" Target="/ppt/slides/slide1.xml" Id="R7e2a8d76f99a4f27" /><Relationship Type="http://schemas.openxmlformats.org/officeDocument/2006/relationships/slide" Target="/ppt/slides/slide2.xml" Id="R46fb51efe3814671" /><Relationship Type="http://schemas.openxmlformats.org/officeDocument/2006/relationships/slide" Target="/ppt/slides/slide3.xml" Id="R6781c94368e64b84" /><Relationship Type="http://schemas.openxmlformats.org/officeDocument/2006/relationships/slide" Target="/ppt/slides/slide4.xml" Id="R3e94247ad0584407" /><Relationship Type="http://schemas.openxmlformats.org/officeDocument/2006/relationships/slide" Target="/ppt/slides/slide5.xml" Id="R85868201251a4873" /><Relationship Type="http://schemas.openxmlformats.org/officeDocument/2006/relationships/slide" Target="/ppt/slides/slide6.xml" Id="R4a2f6feee4af44ef" /><Relationship Type="http://schemas.openxmlformats.org/officeDocument/2006/relationships/slide" Target="/ppt/slides/slide7.xml" Id="R9eba18a956e64574" /><Relationship Type="http://schemas.openxmlformats.org/officeDocument/2006/relationships/slide" Target="/ppt/slides/slide8.xml" Id="R608321e5b5824328" /><Relationship Type="http://schemas.openxmlformats.org/officeDocument/2006/relationships/slide" Target="/ppt/slides/slide9.xml" Id="R98375aab4c3a45bf" /><Relationship Type="http://schemas.openxmlformats.org/officeDocument/2006/relationships/slide" Target="/ppt/slides/slide10.xml" Id="Ra03270902837414f" /><Relationship Type="http://schemas.openxmlformats.org/officeDocument/2006/relationships/slide" Target="/ppt/slides/slide11.xml" Id="R43d743db90ca42cf" /><Relationship Type="http://schemas.openxmlformats.org/officeDocument/2006/relationships/slide" Target="/ppt/slides/slide12.xml" Id="R80fdf7af55aa4cdf" /><Relationship Type="http://schemas.openxmlformats.org/officeDocument/2006/relationships/slide" Target="/ppt/slides/slide13.xml" Id="Ra57e726ac01948f9" /><Relationship Type="http://schemas.openxmlformats.org/officeDocument/2006/relationships/slide" Target="/ppt/slides/slide14.xml" Id="R36678e3410e3446c" /><Relationship Type="http://schemas.openxmlformats.org/officeDocument/2006/relationships/slide" Target="/ppt/slides/slide15.xml" Id="Rc8610e7648b34504" /><Relationship Type="http://schemas.openxmlformats.org/officeDocument/2006/relationships/slide" Target="/ppt/slides/slide16.xml" Id="R596ff13283bf487e" /><Relationship Type="http://schemas.openxmlformats.org/officeDocument/2006/relationships/slide" Target="/ppt/slides/slide17.xml" Id="R109cda1d7794411e" /><Relationship Type="http://schemas.openxmlformats.org/officeDocument/2006/relationships/slide" Target="/ppt/slides/slide18.xml" Id="Rf69a0c6838ac4078" /><Relationship Type="http://schemas.openxmlformats.org/officeDocument/2006/relationships/slide" Target="/ppt/slides/slide19.xml" Id="Rb83ab2c746634837" /><Relationship Type="http://schemas.openxmlformats.org/officeDocument/2006/relationships/slide" Target="/ppt/slides/slide20.xml" Id="R35c3670803e7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46b02a416646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f0ef2eecc34011" /><Relationship Type="http://schemas.openxmlformats.org/officeDocument/2006/relationships/notesMaster" Target="/ppt/notesMasters/notesMaster1.xml" Id="R539aab5254eb44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f0c23d52f44f17" /><Relationship Type="http://schemas.openxmlformats.org/officeDocument/2006/relationships/notesMaster" Target="/ppt/notesMasters/notesMaster1.xml" Id="R637f112edcb546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a1df5bff1046e1" /><Relationship Type="http://schemas.openxmlformats.org/officeDocument/2006/relationships/notesMaster" Target="/ppt/notesMasters/notesMaster1.xml" Id="Rf18df1699d6045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b1b7e47b1a4b13" /><Relationship Type="http://schemas.openxmlformats.org/officeDocument/2006/relationships/notesMaster" Target="/ppt/notesMasters/notesMaster1.xml" Id="R0f8cae9f4fec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6dd966d5c44c1" /><Relationship Type="http://schemas.openxmlformats.org/officeDocument/2006/relationships/notesMaster" Target="/ppt/notesMasters/notesMaster1.xml" Id="R06ba4053382f4b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4b06801058449e" /><Relationship Type="http://schemas.openxmlformats.org/officeDocument/2006/relationships/notesMaster" Target="/ppt/notesMasters/notesMaster1.xml" Id="R9b61bc8adf3e4d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8b323d5d674382" /><Relationship Type="http://schemas.openxmlformats.org/officeDocument/2006/relationships/notesMaster" Target="/ppt/notesMasters/notesMaster1.xml" Id="Rbd954e87f8b2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3bd64e2da043c0" /><Relationship Type="http://schemas.openxmlformats.org/officeDocument/2006/relationships/notesMaster" Target="/ppt/notesMasters/notesMaster1.xml" Id="Rfd5065da955447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282c4c7c444685" /><Relationship Type="http://schemas.openxmlformats.org/officeDocument/2006/relationships/notesMaster" Target="/ppt/notesMasters/notesMaster1.xml" Id="R114dc9bdf05a41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eafc5aab464bd0" /><Relationship Type="http://schemas.openxmlformats.org/officeDocument/2006/relationships/notesMaster" Target="/ppt/notesMasters/notesMaster1.xml" Id="Rd4a805bce9f645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a42d2fcfa84aff" /><Relationship Type="http://schemas.openxmlformats.org/officeDocument/2006/relationships/notesMaster" Target="/ppt/notesMasters/notesMaster1.xml" Id="Rbb9d0ef8a04c4e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855d27c1dc419d" /><Relationship Type="http://schemas.openxmlformats.org/officeDocument/2006/relationships/notesMaster" Target="/ppt/notesMasters/notesMaster1.xml" Id="R4a53f0b8d0b145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8ab22c19904d97" /><Relationship Type="http://schemas.openxmlformats.org/officeDocument/2006/relationships/notesMaster" Target="/ppt/notesMasters/notesMaster1.xml" Id="R02f16f3227f141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451e6fb7ee49f1" /><Relationship Type="http://schemas.openxmlformats.org/officeDocument/2006/relationships/notesMaster" Target="/ppt/notesMasters/notesMaster1.xml" Id="R984c8afdfd2d48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311bc52fb1418a" /><Relationship Type="http://schemas.openxmlformats.org/officeDocument/2006/relationships/notesMaster" Target="/ppt/notesMasters/notesMaster1.xml" Id="R886f726e808048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c8866c53c34ca5" /><Relationship Type="http://schemas.openxmlformats.org/officeDocument/2006/relationships/notesMaster" Target="/ppt/notesMasters/notesMaster1.xml" Id="Rc53361aed65a44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c08fb95ed94570" /><Relationship Type="http://schemas.openxmlformats.org/officeDocument/2006/relationships/notesMaster" Target="/ppt/notesMasters/notesMaster1.xml" Id="R513660fb63ee46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895dee8b894f62" /><Relationship Type="http://schemas.openxmlformats.org/officeDocument/2006/relationships/notesMaster" Target="/ppt/notesMasters/notesMaster1.xml" Id="R38f067d3f19140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f52feb53be4c33" /><Relationship Type="http://schemas.openxmlformats.org/officeDocument/2006/relationships/notesMaster" Target="/ppt/notesMasters/notesMaster1.xml" Id="R145fb936bdbc47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4aba023c3af443a" /><Relationship Type="http://schemas.openxmlformats.org/officeDocument/2006/relationships/notesMaster" Target="/ppt/notesMasters/notesMaster1.xml" Id="R9f849ce343d044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c06574bae43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e13ca55f2145de" /><Relationship Type="http://schemas.openxmlformats.org/officeDocument/2006/relationships/slideLayout" Target="/ppt/slideLayouts/slideLayout1.xml" Id="Ra3f7f6cc3c0643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f7f6cc3c0643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fa87cba9742f6" /><Relationship Type="http://schemas.openxmlformats.org/officeDocument/2006/relationships/image" Target="/ppt/media/image.png" Id="R1053db4c4a794634" /><Relationship Type="http://schemas.openxmlformats.org/officeDocument/2006/relationships/notesSlide" Target="/ppt/notesSlides/notesSlide1.xml" Id="Rf3a1441f7aea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93a7decac48ed" /><Relationship Type="http://schemas.openxmlformats.org/officeDocument/2006/relationships/image" Target="/ppt/media/image2.png" Id="Ra07567e8b7374bf2" /><Relationship Type="http://schemas.openxmlformats.org/officeDocument/2006/relationships/notesSlide" Target="/ppt/notesSlides/notesSlide2.xml" Id="R296e9ef0e6e0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0378740e4feb" /><Relationship Type="http://schemas.openxmlformats.org/officeDocument/2006/relationships/image" Target="/ppt/media/image3.png" Id="Rda656662df1d424f" /><Relationship Type="http://schemas.openxmlformats.org/officeDocument/2006/relationships/notesSlide" Target="/ppt/notesSlides/notesSlide3.xml" Id="R97ff866efbb04a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4e1d3907495a" /><Relationship Type="http://schemas.openxmlformats.org/officeDocument/2006/relationships/image" Target="/ppt/media/image4.png" Id="R8e656c56df1541bf" /><Relationship Type="http://schemas.openxmlformats.org/officeDocument/2006/relationships/notesSlide" Target="/ppt/notesSlides/notesSlide4.xml" Id="Rc9a1d84a7e094b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04aeb2fa941a4" /><Relationship Type="http://schemas.openxmlformats.org/officeDocument/2006/relationships/image" Target="/ppt/media/image5.png" Id="Rce58496e91f047b6" /><Relationship Type="http://schemas.openxmlformats.org/officeDocument/2006/relationships/notesSlide" Target="/ppt/notesSlides/notesSlide5.xml" Id="R0a43e9ec9b9b4c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17aa6bb5647c2" /><Relationship Type="http://schemas.openxmlformats.org/officeDocument/2006/relationships/image" Target="/ppt/media/image6.png" Id="R863d0f5f79ea4def" /><Relationship Type="http://schemas.openxmlformats.org/officeDocument/2006/relationships/notesSlide" Target="/ppt/notesSlides/notesSlide6.xml" Id="R5dd51965ac4a4a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2ba867dd24213" /><Relationship Type="http://schemas.openxmlformats.org/officeDocument/2006/relationships/image" Target="/ppt/media/image7.png" Id="R4ad3d795a3cf41b1" /><Relationship Type="http://schemas.openxmlformats.org/officeDocument/2006/relationships/notesSlide" Target="/ppt/notesSlides/notesSlide7.xml" Id="R62290eff1d5a4e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505eddbb24762" /><Relationship Type="http://schemas.openxmlformats.org/officeDocument/2006/relationships/image" Target="/ppt/media/image8.png" Id="R7cb23fe6ec174522" /><Relationship Type="http://schemas.openxmlformats.org/officeDocument/2006/relationships/notesSlide" Target="/ppt/notesSlides/notesSlide8.xml" Id="R1e13835ba6d54e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3e9de632b4eeb" /><Relationship Type="http://schemas.openxmlformats.org/officeDocument/2006/relationships/image" Target="/ppt/media/image9.png" Id="Rf8a1f900c0dc4b7d" /><Relationship Type="http://schemas.openxmlformats.org/officeDocument/2006/relationships/notesSlide" Target="/ppt/notesSlides/notesSlide9.xml" Id="Red4f3bdf560744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11c46b4554d48" /><Relationship Type="http://schemas.openxmlformats.org/officeDocument/2006/relationships/image" Target="/ppt/media/image10.png" Id="R93a021e3129d4deb" /><Relationship Type="http://schemas.openxmlformats.org/officeDocument/2006/relationships/notesSlide" Target="/ppt/notesSlides/notesSlide10.xml" Id="R0aa26e7e282b4a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3e4cbdbbb40b7" /><Relationship Type="http://schemas.openxmlformats.org/officeDocument/2006/relationships/image" Target="/ppt/media/image11.png" Id="R5e1bfa9d309e4340" /><Relationship Type="http://schemas.openxmlformats.org/officeDocument/2006/relationships/notesSlide" Target="/ppt/notesSlides/notesSlide11.xml" Id="R44657c25842047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252159d544583" /><Relationship Type="http://schemas.openxmlformats.org/officeDocument/2006/relationships/image" Target="/ppt/media/image12.png" Id="Rf98e2754e6ae4807" /><Relationship Type="http://schemas.openxmlformats.org/officeDocument/2006/relationships/notesSlide" Target="/ppt/notesSlides/notesSlide12.xml" Id="Rdbd0ef8704464e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093e74bfd4f49" /><Relationship Type="http://schemas.openxmlformats.org/officeDocument/2006/relationships/image" Target="/ppt/media/image13.png" Id="Rc0c8ba3008104dea" /><Relationship Type="http://schemas.openxmlformats.org/officeDocument/2006/relationships/notesSlide" Target="/ppt/notesSlides/notesSlide13.xml" Id="R89df6048f5924a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ac786d83c4c4a" /><Relationship Type="http://schemas.openxmlformats.org/officeDocument/2006/relationships/image" Target="/ppt/media/image14.png" Id="R5c609e17ed0847f6" /><Relationship Type="http://schemas.openxmlformats.org/officeDocument/2006/relationships/notesSlide" Target="/ppt/notesSlides/notesSlide14.xml" Id="Refbedafcd9cb43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e3e927fce44c2" /><Relationship Type="http://schemas.openxmlformats.org/officeDocument/2006/relationships/image" Target="/ppt/media/image15.png" Id="R7e1d7cf8624746a8" /><Relationship Type="http://schemas.openxmlformats.org/officeDocument/2006/relationships/notesSlide" Target="/ppt/notesSlides/notesSlide15.xml" Id="Rf58e62f9f8aa42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43b9eb10b49e5" /><Relationship Type="http://schemas.openxmlformats.org/officeDocument/2006/relationships/image" Target="/ppt/media/image16.png" Id="R43aab0647c5b4073" /><Relationship Type="http://schemas.openxmlformats.org/officeDocument/2006/relationships/notesSlide" Target="/ppt/notesSlides/notesSlide16.xml" Id="R83725721e5884e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55613be47431f" /><Relationship Type="http://schemas.openxmlformats.org/officeDocument/2006/relationships/image" Target="/ppt/media/image17.png" Id="R20085504f7d94b78" /><Relationship Type="http://schemas.openxmlformats.org/officeDocument/2006/relationships/notesSlide" Target="/ppt/notesSlides/notesSlide17.xml" Id="Rdcbbf7088f8f43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2f1deeaa74c93" /><Relationship Type="http://schemas.openxmlformats.org/officeDocument/2006/relationships/image" Target="/ppt/media/image18.png" Id="R2f3fb2e6176d4be1" /><Relationship Type="http://schemas.openxmlformats.org/officeDocument/2006/relationships/notesSlide" Target="/ppt/notesSlides/notesSlide18.xml" Id="Rb3e6175c173d47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822f0c14f46a6" /><Relationship Type="http://schemas.openxmlformats.org/officeDocument/2006/relationships/image" Target="/ppt/media/image19.png" Id="R71c7d5f237d94b49" /><Relationship Type="http://schemas.openxmlformats.org/officeDocument/2006/relationships/notesSlide" Target="/ppt/notesSlides/notesSlide19.xml" Id="R6fdb79b9b41943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379f89b2f4bdd" /><Relationship Type="http://schemas.openxmlformats.org/officeDocument/2006/relationships/image" Target="/ppt/media/image20.png" Id="Rd259246352904247" /><Relationship Type="http://schemas.openxmlformats.org/officeDocument/2006/relationships/notesSlide" Target="/ppt/notesSlides/notesSlide20.xml" Id="R1325b47368cc40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3db4c4a794634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3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567e8b7374bf2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1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56662df1d424f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9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56c56df1541bf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8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8496e91f047b6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64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d0f5f79ea4def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42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3d795a3cf41b1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0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23fe6ec174522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541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1f900c0dc4b7d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27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021e3129d4deb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075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bfa9d309e4340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172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e2754e6ae4807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243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8ba3008104dea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87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09e17ed0847f6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859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d7cf8624746a8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278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ab0647c5b4073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930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85504f7d94b78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438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fb2e6176d4be1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524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7d5f237d94b49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181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9246352904247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46835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0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2026-06-26T05:11:51.0170000Z</dcterms:created>
  <dcterms:modified xsi:type="dcterms:W3CDTF">2026-06-26T05:11:51.0170000Z</dcterms:modified>
</coreProperties>
</file>